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2D2BEA-8357-40E1-907E-50C877B87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F9ED34A-08A9-4A8B-A5EE-0FC59E3C1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1466D6-0106-4222-95C6-B943E4C53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C947A74-6E26-4FAB-B7D4-FB535BBD9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309FD72-B151-4BE2-A004-C55BD130A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6739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D4AB2D-442A-4DBF-B985-37925C0F5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A0CB3C8-2B6E-493F-B88E-07CC6D544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8366333-81B2-41BD-BFE2-805F03CA6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CD4DFB1-F234-4CD5-B30E-F4334DCBB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69323AE-EA35-479A-94F2-A2994987C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04197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11A185-D619-4982-B26A-88F5833A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C99C08A-4C37-40AD-BAC2-02EF8E506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6CD1195-CBE7-40B4-AE6E-68E507B56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5A23A4B-51E7-4AEC-9D25-8955AAB94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7E0BD59-BB6C-4E53-AF42-29657D237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0855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AB87B3A-877F-473C-981E-3188A7298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66812E9-034F-486F-9F89-860A791DB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96E0B10-9654-4201-B5F5-926B2B48F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4D95BFA-2F2D-462D-A117-9A87AFA4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7336ACC-7D73-4A53-8404-D71A030AE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7BA6B35-BEFA-4657-A84A-0A17BE061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5558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5CD8FF-0D89-4378-B393-C1BE5C770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FEBFA08-4150-441E-A3E6-2697625CE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CB40734-49DA-41F9-BA01-DF3154D2B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16347BC-3C06-4E8B-9583-B02D2D370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9758D37-C705-4382-830F-B06E1EB7B5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EBB445CE-F0A1-402A-B747-4BB53638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3F445A3A-E6C6-45D9-81B6-B031D247C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67D319D-79CE-48E2-87DD-25D14915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1712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BF2E8D-16EF-4048-88CA-838DC7586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D73AD07E-E897-4C46-BF67-DB713D872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B292D1E-264C-4437-B559-56141EA6B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DCA1887-6092-4B1D-BA1F-0A8700C30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40149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0089FAF5-83F3-459B-B7DC-A0CED0443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DEF916DC-3156-465B-959D-72C463876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4F7B011-D4CD-43BA-A8A7-9D70E9A40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31107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A5E6CFF-44E6-44C3-84E1-CBF1F534F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E3294C4-8E9B-4FAC-BE06-7C96E5ACA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8C89738-5DB3-48D6-9A39-E92A4040F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98B14DE-CCBC-43A4-A4A6-74817F1F3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D1B474C-FB0C-4181-BC66-FBF05F68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3F874BE-0EA4-4A24-853A-73569F14F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15665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0922A4-2CB9-46E1-B9ED-0A5AB8F23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53158FD-A5C4-44AC-8704-721748832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B8190E3-483B-4496-8632-492A0CE50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0D9224C-4BF5-4E83-8F42-FF4AD4C24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6FF4F30-EE6F-452B-8F76-FD5DB5324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4CA500E-EE49-4FD6-9DBA-AD41DF3DB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174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BFBE90-19E0-4B30-9A9B-FFA0F517F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D84B6FF-EA82-4C69-BA5A-014813B84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2862422-865D-4295-988B-3DDE812A7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0BFD4C9-CA54-4F27-A969-BC08ADDC1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9754F17-9FD7-4AB1-8B26-6F9E40DC3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48783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E42EFD8D-4911-4CE3-A52A-DD4DA66236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23AA998-AC3A-4786-BB3E-C677B83A2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4ED5BF9-8788-44E6-B1B1-740C6010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269EA65-80BC-4EA4-BAB8-62EA0CA98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13E22C4-431A-4C79-AFE6-FCBA79B2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7388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17DE9C04-4E71-4E9E-981A-2302A66B3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3B5A672-5435-40C5-88A7-8B8518940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406F05D-C023-4DA4-93A7-E423445882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1ABA8-E5A9-47B8-A839-FB9BB36092CE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9011BF0-7EE2-4DAB-A783-4CEFACF351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3E781DB-47E9-48A3-9B2D-74BC28C64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08021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ypes of AI | Artificial Intelligence Type">
            <a:extLst>
              <a:ext uri="{FF2B5EF4-FFF2-40B4-BE49-F238E27FC236}">
                <a16:creationId xmlns:a16="http://schemas.microsoft.com/office/drawing/2014/main" id="{6B986F2B-C1E5-46CC-B8F7-233B2978B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20539200-C250-4AAC-8319-CC70CDE315EA}"/>
              </a:ext>
            </a:extLst>
          </p:cNvPr>
          <p:cNvSpPr txBox="1"/>
          <p:nvPr/>
        </p:nvSpPr>
        <p:spPr>
          <a:xfrm>
            <a:off x="1039906" y="473336"/>
            <a:ext cx="50560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solidFill>
                  <a:schemeClr val="bg1"/>
                </a:solidFill>
              </a:rPr>
              <a:t>Mit csináltunk?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AFFD3110-1372-406D-B839-5E75C41C35B5}"/>
              </a:ext>
            </a:extLst>
          </p:cNvPr>
          <p:cNvSpPr txBox="1"/>
          <p:nvPr/>
        </p:nvSpPr>
        <p:spPr>
          <a:xfrm>
            <a:off x="1211532" y="1823834"/>
            <a:ext cx="63470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</a:rPr>
              <a:t>Weboldal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</a:rPr>
              <a:t>Drótváz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</a:rPr>
              <a:t>Gantt</a:t>
            </a:r>
            <a:r>
              <a:rPr lang="hu-HU" sz="2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</a:rPr>
              <a:t>Swot</a:t>
            </a:r>
            <a:endParaRPr lang="hu-HU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</a:rPr>
              <a:t>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</a:rPr>
              <a:t>PPt</a:t>
            </a:r>
            <a:endParaRPr lang="hu-HU" sz="2400" dirty="0">
              <a:solidFill>
                <a:schemeClr val="bg1"/>
              </a:solidFill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01759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E9252377-B613-42AB-B65A-11D613EE0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858001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F9D9DCFE-C2CC-436B-957E-E3F765BCF896}"/>
              </a:ext>
            </a:extLst>
          </p:cNvPr>
          <p:cNvSpPr txBox="1"/>
          <p:nvPr/>
        </p:nvSpPr>
        <p:spPr>
          <a:xfrm>
            <a:off x="872751" y="1881257"/>
            <a:ext cx="5819887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Gantt</a:t>
            </a:r>
            <a:r>
              <a:rPr lang="hu-HU" altLang="hu-HU" sz="2800" dirty="0">
                <a:solidFill>
                  <a:schemeClr val="bg1"/>
                </a:solidFill>
                <a:latin typeface="Arial" panose="020B0604020202020204" pitchFamily="34" charset="0"/>
              </a:rPr>
              <a:t> készítése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400" dirty="0">
                <a:solidFill>
                  <a:schemeClr val="bg1"/>
                </a:solidFill>
                <a:latin typeface="Arial" panose="020B0604020202020204" pitchFamily="34" charset="0"/>
              </a:rPr>
              <a:t>SWOT készítése.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400" dirty="0">
                <a:solidFill>
                  <a:schemeClr val="bg1"/>
                </a:solidFill>
                <a:latin typeface="Arial" panose="020B0604020202020204" pitchFamily="34" charset="0"/>
              </a:rPr>
              <a:t>Csapatmunka és együttműködés.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400" dirty="0">
                <a:solidFill>
                  <a:schemeClr val="bg1"/>
                </a:solidFill>
                <a:latin typeface="Arial" panose="020B0604020202020204" pitchFamily="34" charset="0"/>
              </a:rPr>
              <a:t>Weboldal fejlesztés.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</a:rPr>
              <a:t>Drótváz készítése</a:t>
            </a:r>
            <a:endParaRPr lang="hu-HU" sz="2400" dirty="0">
              <a:solidFill>
                <a:schemeClr val="bg1"/>
              </a:solidFill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A687D09-A83B-4431-97CD-62E26CEF3E75}"/>
              </a:ext>
            </a:extLst>
          </p:cNvPr>
          <p:cNvSpPr txBox="1"/>
          <p:nvPr/>
        </p:nvSpPr>
        <p:spPr>
          <a:xfrm>
            <a:off x="1015068" y="461394"/>
            <a:ext cx="61155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</a:rPr>
              <a:t>Mit tanultam?</a:t>
            </a:r>
          </a:p>
        </p:txBody>
      </p:sp>
    </p:spTree>
    <p:extLst>
      <p:ext uri="{BB962C8B-B14F-4D97-AF65-F5344CB8AC3E}">
        <p14:creationId xmlns:p14="http://schemas.microsoft.com/office/powerpoint/2010/main" val="2884000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385BE621-DB3C-4A6F-A02E-03D9EC494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7A8A9D3E-8A16-4468-A455-E12191FF4D4F}"/>
              </a:ext>
            </a:extLst>
          </p:cNvPr>
          <p:cNvSpPr txBox="1"/>
          <p:nvPr/>
        </p:nvSpPr>
        <p:spPr>
          <a:xfrm>
            <a:off x="860612" y="682094"/>
            <a:ext cx="4905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</a:rPr>
              <a:t>Mit lehetne jobban?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AD2D7CB7-4B60-4956-9CB0-FA8F57E3332C}"/>
              </a:ext>
            </a:extLst>
          </p:cNvPr>
          <p:cNvSpPr txBox="1"/>
          <p:nvPr/>
        </p:nvSpPr>
        <p:spPr>
          <a:xfrm>
            <a:off x="860612" y="1628507"/>
            <a:ext cx="43676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06EE277-4B3C-4A98-AB26-8F654DD0F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612" y="1939730"/>
            <a:ext cx="39068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Jobb időbeosztás.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Hatékonyabb csapatkommunikáció.</a:t>
            </a:r>
          </a:p>
        </p:txBody>
      </p:sp>
    </p:spTree>
    <p:extLst>
      <p:ext uri="{BB962C8B-B14F-4D97-AF65-F5344CB8AC3E}">
        <p14:creationId xmlns:p14="http://schemas.microsoft.com/office/powerpoint/2010/main" val="2330938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B2F61A5F-5964-40CB-B413-EB14068D9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0FEBE385-9683-41BF-8EEC-1254C4C1069C}"/>
              </a:ext>
            </a:extLst>
          </p:cNvPr>
          <p:cNvSpPr txBox="1"/>
          <p:nvPr/>
        </p:nvSpPr>
        <p:spPr>
          <a:xfrm>
            <a:off x="755600" y="588610"/>
            <a:ext cx="6874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</a:rPr>
              <a:t>Hogyan lehetne jobban tovább fejleszteni?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35E60CD-DD55-4107-B142-8EFE35DBD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EC273C5-580A-46F4-95E5-A18FEEBCE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00" y="1734917"/>
            <a:ext cx="279595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altLang="hu-HU" sz="2000" dirty="0">
                <a:solidFill>
                  <a:schemeClr val="bg1"/>
                </a:solidFill>
                <a:latin typeface="Arial" panose="020B0604020202020204" pitchFamily="34" charset="0"/>
              </a:rPr>
              <a:t>Több idő rászánása.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altLang="hu-HU" sz="2000" dirty="0">
                <a:solidFill>
                  <a:schemeClr val="bg1"/>
                </a:solidFill>
                <a:latin typeface="Arial" panose="020B0604020202020204" pitchFamily="34" charset="0"/>
              </a:rPr>
              <a:t>Nagyobb tudással.</a:t>
            </a:r>
          </a:p>
        </p:txBody>
      </p:sp>
    </p:spTree>
    <p:extLst>
      <p:ext uri="{BB962C8B-B14F-4D97-AF65-F5344CB8AC3E}">
        <p14:creationId xmlns:p14="http://schemas.microsoft.com/office/powerpoint/2010/main" val="3360351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49</Words>
  <Application>Microsoft Office PowerPoint</Application>
  <PresentationFormat>Szélesvásznú</PresentationFormat>
  <Paragraphs>21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Office-téma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Varga Ákos</dc:creator>
  <cp:lastModifiedBy>Varga Ákos</cp:lastModifiedBy>
  <cp:revision>15</cp:revision>
  <dcterms:created xsi:type="dcterms:W3CDTF">2025-11-17T13:00:30Z</dcterms:created>
  <dcterms:modified xsi:type="dcterms:W3CDTF">2025-11-25T17:05:34Z</dcterms:modified>
</cp:coreProperties>
</file>